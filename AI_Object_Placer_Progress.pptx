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0" y="4937760"/>
            <a:ext cx="1463040" cy="1463040"/>
          </a:xfrm>
          <a:prstGeom prst="rect">
            <a:avLst/>
          </a:prstGeom>
          <a:solidFill>
            <a:srgbClr val="0EA5E9">
              <a:alpha val="30000"/>
            </a:srgbClr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24160" y="5303520"/>
            <a:ext cx="731520" cy="731520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 ПРОЕКТА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192024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Object Placer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640080" y="320040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Рекуррентная нейросеть для распределения объектов на плоскости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640080" y="4297680"/>
            <a:ext cx="566928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4297680"/>
            <a:ext cx="5669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344168" y="4297680"/>
            <a:ext cx="868680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44168" y="4297680"/>
            <a:ext cx="868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350008" y="4297680"/>
            <a:ext cx="1271016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4297680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758184" y="4297680"/>
            <a:ext cx="1170432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58184" y="4297680"/>
            <a:ext cx="1170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data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65776" y="4297680"/>
            <a:ext cx="1472184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65776" y="4297680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Discrete grid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675120" y="4297680"/>
            <a:ext cx="1271016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4297680"/>
            <a:ext cx="127101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Fire-safety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083296" y="4297680"/>
            <a:ext cx="1472184" cy="329184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083296" y="4297680"/>
            <a:ext cx="1472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 road-rule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0080" y="5852160"/>
            <a:ext cx="73152" cy="64008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68680" y="5806440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 Титов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868680" y="6172200"/>
            <a:ext cx="6400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Разработка ИИ-решений в индустрии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ВВЕДЕНИЕ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было и что нужно было сделать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архиве уже было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60120" y="269748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LSTM-модель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60120" y="297180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класс PlacementRNN на PyTorch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502152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60120" y="341071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Excel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60120" y="3685032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таблицы: характеристики, расстояния, тех. связи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215384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60120" y="4123944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Базовый placer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439826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коллизии, дистанция до дороги, противопожарка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928616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60120" y="483717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Минимальный GUI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60120" y="511149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размер поля и расстояние до дороги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777240" y="5641848"/>
            <a:ext cx="73152" cy="41148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60120" y="555040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Streamlit-страница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960120" y="582472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альтернативный веб-интерфейс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1828800"/>
            <a:ext cx="5486400" cy="4572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08660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Требовалось по ТЗ</a:t>
            </a:r>
            <a:endParaRPr lang="en-US" sz="1800" dirty="0"/>
          </a:p>
        </p:txBody>
      </p:sp>
      <p:sp>
        <p:nvSpPr>
          <p:cNvPr id="29" name="Shape 27"/>
          <p:cNvSpPr/>
          <p:nvPr/>
        </p:nvSpPr>
        <p:spPr>
          <a:xfrm>
            <a:off x="6583680" y="275234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583680" y="27523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903720" y="26974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качества со штрафами и бонусами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83680" y="334670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83680" y="334670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6903720" y="32918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Видимая дискретная сетка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583680" y="394106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83680" y="394106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903720" y="388620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в 5 м от дороги (строгое условие)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583680" y="453542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583680" y="453542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6903720" y="448056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Поддержка кругов и прямоугольников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583680" y="512978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83680" y="512978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6903720" y="507492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пользователь сам добавляет объекты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6583680" y="5724144"/>
            <a:ext cx="201168" cy="201168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583680" y="5724144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6903720" y="566928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Исправить накопившиеся баги и сделать «по красоте»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АРХИТЕКТУРА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устроена система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2286000"/>
            <a:ext cx="214884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6928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Excel-файла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66928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характеристики · расстояния · тех. связи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615184" y="2944368"/>
            <a:ext cx="146304" cy="146304"/>
          </a:xfrm>
          <a:prstGeom prst="rtTriangl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70632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70632" y="2286000"/>
            <a:ext cx="2148840" cy="16459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DataLoader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880360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категорий, тензоры PyTorch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 rot="5400000">
            <a:off x="4928616" y="2944368"/>
            <a:ext cx="146304" cy="146304"/>
          </a:xfrm>
          <a:prstGeom prst="rtTriangl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84064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84064" y="2286000"/>
            <a:ext cx="214884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193792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ObjectPlacer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193792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дискретная сетка, дороги, проверки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 rot="5400000">
            <a:off x="7242048" y="2944368"/>
            <a:ext cx="146304" cy="146304"/>
          </a:xfrm>
          <a:prstGeom prst="rtTriangl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97496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369A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97496" y="2286000"/>
            <a:ext cx="2148840" cy="164592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07224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PlacementRNN (LSTM)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507224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hidden-state передаётся между шагами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 rot="5400000">
            <a:off x="9555480" y="2944368"/>
            <a:ext cx="146304" cy="146304"/>
          </a:xfrm>
          <a:prstGeom prst="rtTriangl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710928" y="2286000"/>
            <a:ext cx="2148840" cy="146304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710928" y="2286000"/>
            <a:ext cx="2148840" cy="164592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20656" y="2578608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Predictor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820656" y="3063240"/>
            <a:ext cx="19293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кандидаты + метрика → лучшая позиция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095848" y="3886200"/>
            <a:ext cx="0" cy="73152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457200" y="4709160"/>
            <a:ext cx="11277295" cy="173736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77240" y="4846320"/>
            <a:ext cx="10058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Tkinter GUI</a:t>
            </a:r>
            <a:endParaRPr lang="en-US" sz="1800" dirty="0"/>
          </a:p>
        </p:txBody>
      </p:sp>
      <p:sp>
        <p:nvSpPr>
          <p:cNvPr id="33" name="Shape 31"/>
          <p:cNvSpPr/>
          <p:nvPr/>
        </p:nvSpPr>
        <p:spPr>
          <a:xfrm>
            <a:off x="777240" y="5349240"/>
            <a:ext cx="252214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5349240"/>
            <a:ext cx="224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вкладки: Объекты · Дороги · Параметры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436544" y="5349240"/>
            <a:ext cx="252214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573704" y="5349240"/>
            <a:ext cx="224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Treeview-таблицы с CRUD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095848" y="5349240"/>
            <a:ext cx="252214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33008" y="5349240"/>
            <a:ext cx="224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метрик: красное / зелёное / итог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755151" y="5349240"/>
            <a:ext cx="2522144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92311" y="5349240"/>
            <a:ext cx="224782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 + лог + обучение в потоке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ИСПРАВЛЕНИЕ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баги поймал и починил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29968"/>
            <a:ext cx="868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0299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600200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Перепутаны оси X и Y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40080" y="2761488"/>
            <a:ext cx="5120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761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Circle((y, x), ...)  ← рисуется не там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51206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" y="3474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Circle((x, y), ...)  ← совпадает с placer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08192" y="1828800"/>
            <a:ext cx="54864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91072" y="2029968"/>
            <a:ext cx="868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91072" y="2029968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02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251192" y="199339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Неверный индекс объекта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91072" y="248716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6291072" y="2761488"/>
            <a:ext cx="5120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0" y="2761488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get_object_shape(i) — берёт номер слота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91072" y="320040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291072" y="3474720"/>
            <a:ext cx="51206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00800" y="3474720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placed_objects[i] — берёт реальный объект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57200" y="3959352"/>
            <a:ext cx="54864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160520"/>
            <a:ext cx="868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160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03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600200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LSTM не была рекуррентной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40080" y="4617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40080" y="4892040"/>
            <a:ext cx="5120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49808" y="48920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state отбрасывался после шага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40080" y="5330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640080" y="5605272"/>
            <a:ext cx="51206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56052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передаётся через цикл размещения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08192" y="3959352"/>
            <a:ext cx="5486400" cy="196596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291072" y="4160520"/>
            <a:ext cx="868680" cy="29260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91072" y="4160520"/>
            <a:ext cx="868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 04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7251192" y="4123944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 игнорировала Config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6291072" y="461772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291072" y="4892040"/>
            <a:ext cx="5120640" cy="384048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00800" y="4892040"/>
            <a:ext cx="4937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магические числа (20, 50, 5, 200)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6291072" y="53309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3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291072" y="5605272"/>
            <a:ext cx="5120640" cy="292608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5605272"/>
            <a:ext cx="4937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константы PENALTY_* / BONUS_* из Config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ещё фикс: многострочный f-string в визуализации (требовал Python 3.12) — переписан под Python 3.10+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МЕТРИКА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 и бонусы с разбивкой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2194560"/>
            <a:ext cx="54864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194560"/>
            <a:ext cx="9144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258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PENALTY_ROAD_VIOLATION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0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ближе 5 м к дороге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063240"/>
            <a:ext cx="54864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063240"/>
            <a:ext cx="9144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580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Пож. безопасность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PENALTY_FIRE_SAFETY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57600" y="3127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 меньше норматива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3931920"/>
            <a:ext cx="5486400" cy="777240"/>
          </a:xfrm>
          <a:prstGeom prst="rect">
            <a:avLst/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931920"/>
            <a:ext cx="91440" cy="77724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8580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Коллизии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PENALTY_COLLISION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657600" y="3995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пересечение объектов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63640" y="18288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БОНУСЫ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263640" y="2194560"/>
            <a:ext cx="548640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263640" y="219456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492240" y="225856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Близость к дороге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6492240" y="26060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BONUS_ROAD_PROXIMITY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9464040" y="225856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 в идеальной полосе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3063240"/>
            <a:ext cx="548640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263640" y="306324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92240" y="312724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Компактность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492240" y="34747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BONUS_COMPACTNESS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9464040" y="312724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зазор близок к минимуму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3931920"/>
            <a:ext cx="5486400" cy="777240"/>
          </a:xfrm>
          <a:prstGeom prst="rect">
            <a:avLst/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63640" y="3931920"/>
            <a:ext cx="91440" cy="7772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92240" y="3995928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Тех. связи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492240" y="4343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BONUS_TECH_LINK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9464040" y="3995928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связанные объекты рядом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5029200"/>
            <a:ext cx="11277295" cy="13716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7724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МЕТРИКА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777240" y="54864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= + bonus_road + bonus_compact + bonus_tech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− penalty_road − penalty_fire − penalty_collision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ГЕОМЕТРИЯ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Дискретная сетка и правило 5 метров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5486400" cy="45720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▦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28016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Дискретная сетка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77240" y="2788920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51560" y="26974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AREA_SIZE × AREA_SIZE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умолчанию 100 × 100 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50215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341071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GRID_RESOLUTION = 1 м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51560" y="3685032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одна клетка = 1 квадратный метр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4215384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123944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Тензор PyTorch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51560" y="4398264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grid[y, x] хранит состояние клетки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77240" y="4928616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51560" y="48371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 / 0 / idx+1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051560" y="5111496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 / свободно / занято объектом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1828800"/>
            <a:ext cx="5486400" cy="4572000"/>
          </a:xfrm>
          <a:prstGeom prst="rect">
            <a:avLst/>
          </a:prstGeom>
          <a:solidFill>
            <a:srgbClr val="F8FAFC"/>
          </a:solidFill>
          <a:ln w="25400">
            <a:solidFill>
              <a:srgbClr val="0EA5E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2057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086600" y="2057400"/>
            <a:ext cx="45720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Правило 5 метров от дороги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537960" y="2926080"/>
            <a:ext cx="4937760" cy="548640"/>
          </a:xfrm>
          <a:prstGeom prst="rect">
            <a:avLst/>
          </a:prstGeom>
          <a:solidFill>
            <a:srgbClr val="94A3B8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537960" y="29260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537960" y="3520440"/>
            <a:ext cx="4937760" cy="502920"/>
          </a:xfrm>
          <a:prstGeom prst="rect">
            <a:avLst/>
          </a:prstGeom>
          <a:solidFill>
            <a:srgbClr val="FEE2E2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352044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запретная зона 5 м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8686800" y="4206240"/>
            <a:ext cx="822960" cy="822960"/>
          </a:xfrm>
          <a:prstGeom prst="ellipse">
            <a:avLst/>
          </a:prstGeom>
          <a:solidFill>
            <a:srgbClr val="10B981"/>
          </a:solidFill>
          <a:ln w="25400">
            <a:solidFill>
              <a:srgbClr val="D1FA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686800" y="4206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6537960" y="5257800"/>
            <a:ext cx="4937760" cy="9144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675120" y="5303520"/>
            <a:ext cx="47548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(d_road − obj_half) &lt; MIN_DIST_TO_ROAD: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False  # объект слишком близко к дороге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Теперь LSTM действительно рекуррентная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Скрытое состояние LSTM передаётся между шагами размещения — сеть «помнит» уже расставленные объекты.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48640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286000"/>
            <a:ext cx="5486400" cy="457200"/>
          </a:xfrm>
          <a:prstGeom prst="rect">
            <a:avLst/>
          </a:prstGeom>
          <a:solidFill>
            <a:srgbClr val="EF4444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БЫЛО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880360"/>
            <a:ext cx="521208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" y="297180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placement_order: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 = get_features(step)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на каждом шаге — заново,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hidden НЕ сохраняется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pred, _ = model(features)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Сеть забывает контекст предыдущих шагов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263640" y="2286000"/>
            <a:ext cx="5486400" cy="4114800"/>
          </a:xfrm>
          <a:prstGeom prst="rect">
            <a:avLst/>
          </a:prstGeom>
          <a:solidFill>
            <a:srgbClr val="F8FAFC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63640" y="2286000"/>
            <a:ext cx="5486400" cy="4572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2286000"/>
            <a:ext cx="5120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СТАЛО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0" y="2880360"/>
            <a:ext cx="5212080" cy="260604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83680" y="2971800"/>
            <a:ext cx="5029200" cy="2423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hidden = None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step in placement_order: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features = get_features(step)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hidden передаётся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из шага в шаг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pred, hidden = model(features, hidden)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...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46520" y="562356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Решения учитывают всю историю размещения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ИНТЕРФЕЙС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Удобный GUI на трёх вкладках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7315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828800"/>
            <a:ext cx="109728" cy="141732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331720"/>
            <a:ext cx="384048" cy="384048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331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▤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325880" y="199339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Объекты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325880" y="237744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Treeview со списком, форма «круг / прямоугольник» + L, W, R.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325880" y="27432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➕ Добавить    ✎ Применить    ✖ Удалить    ↺ Из Excel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3383280"/>
            <a:ext cx="7315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383280"/>
            <a:ext cx="109728" cy="1417320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886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═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25880" y="354787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1325880" y="393192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Несколько горизонтальных и вертикальных дорог.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25880" y="429768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➕ Добавить    ✖ Удалить    (h = по Y, v = по X)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7200" y="4937760"/>
            <a:ext cx="7315200" cy="141732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7200" y="4937760"/>
            <a:ext cx="109728" cy="14173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77240" y="5440680"/>
            <a:ext cx="384048" cy="38404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5440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325880" y="5102352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Параметры</a:t>
            </a:r>
            <a:endParaRPr lang="en-US" sz="1900" dirty="0"/>
          </a:p>
        </p:txBody>
      </p:sp>
      <p:sp>
        <p:nvSpPr>
          <p:cNvPr id="25" name="Text 23"/>
          <p:cNvSpPr/>
          <p:nvPr/>
        </p:nvSpPr>
        <p:spPr>
          <a:xfrm>
            <a:off x="1325880" y="548640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Размер поля, ширина дороги, дистанция 5 м, шаг сетки.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325880" y="5852160"/>
            <a:ext cx="5943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Все 6 штрафов и бонусов — настраиваемые поля.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092440" y="1828800"/>
            <a:ext cx="3657600" cy="45262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275320" y="19659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Плюс к вкладкам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275320" y="249631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549640" y="24048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Панель метрик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8549640" y="26609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красные штрафы, зелёные бонусы, синий итог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8275320" y="313639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549640" y="304495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 выполнения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549640" y="330098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ИИ делает на каждом шаге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275320" y="377647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549640" y="368503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Прогресс-бар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549640" y="394106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виден ход обучения и размещения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8275320" y="441655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8549640" y="432511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 обучения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549640" y="458114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не зависает во время train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275320" y="505663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549640" y="496519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Чек-бокс сетки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549640" y="522122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можно скрывать дискретную сетку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8275320" y="5696712"/>
            <a:ext cx="164592" cy="164592"/>
          </a:xfrm>
          <a:prstGeom prst="ellipse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549640" y="5605272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Статус ИИ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549640" y="5861304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обучена / не обучена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11480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097280" y="411480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РЕЗУЛЬТАТЫ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получилось на демо-запуске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3657600" cy="45720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01168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10</a:t>
            </a:r>
            <a:endParaRPr lang="en-US" sz="3800" dirty="0"/>
          </a:p>
        </p:txBody>
      </p:sp>
      <p:sp>
        <p:nvSpPr>
          <p:cNvPr id="8" name="Text 6"/>
          <p:cNvSpPr/>
          <p:nvPr/>
        </p:nvSpPr>
        <p:spPr>
          <a:xfrm>
            <a:off x="640080" y="26517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объектов размещено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310896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3800" dirty="0"/>
          </a:p>
        </p:txBody>
      </p:sp>
      <p:sp>
        <p:nvSpPr>
          <p:cNvPr id="10" name="Text 8"/>
          <p:cNvSpPr/>
          <p:nvPr/>
        </p:nvSpPr>
        <p:spPr>
          <a:xfrm>
            <a:off x="640080" y="37490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нарушений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+305.4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640080" y="48463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итоговая метрика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40080" y="5303520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</a:t>
            </a:r>
            <a:endParaRPr lang="en-US" sz="3800" dirty="0"/>
          </a:p>
        </p:txBody>
      </p:sp>
      <p:sp>
        <p:nvSpPr>
          <p:cNvPr id="14" name="Text 12"/>
          <p:cNvSpPr/>
          <p:nvPr/>
        </p:nvSpPr>
        <p:spPr>
          <a:xfrm>
            <a:off x="640080" y="594360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эпох обучения</a:t>
            </a:r>
            <a:endParaRPr lang="en-US" sz="1100" dirty="0"/>
          </a:p>
        </p:txBody>
      </p:sp>
      <p:pic>
        <p:nvPicPr>
          <p:cNvPr id="15" name="Image 0" descr="placement_resul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297680" y="1828800"/>
            <a:ext cx="3657600" cy="365760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4297680" y="55321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placement_result.png — итоговая раскладка</a:t>
            </a:r>
            <a:endParaRPr lang="en-US" sz="1000" dirty="0"/>
          </a:p>
        </p:txBody>
      </p:sp>
      <p:pic>
        <p:nvPicPr>
          <p:cNvPr id="17" name="Image 1" descr="training_history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092440" y="1828800"/>
            <a:ext cx="3657600" cy="228600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8092440" y="41605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training_history.png — кривая обучения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8092440" y="4572000"/>
            <a:ext cx="3657600" cy="18288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8229600" y="466344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чего собралась метрика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8229600" y="498348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+ 75.0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281160" y="498348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близость к дороге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8229600" y="530352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+140.0</a:t>
            </a:r>
            <a:endParaRPr lang="en-US" sz="1300" dirty="0"/>
          </a:p>
        </p:txBody>
      </p:sp>
      <p:sp>
        <p:nvSpPr>
          <p:cNvPr id="24" name="Text 20"/>
          <p:cNvSpPr/>
          <p:nvPr/>
        </p:nvSpPr>
        <p:spPr>
          <a:xfrm>
            <a:off x="9281160" y="530352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компактность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8229600" y="562356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+ 90.4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9281160" y="562356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технологические связи</a:t>
            </a:r>
            <a:endParaRPr lang="en-US" sz="1100" dirty="0"/>
          </a:p>
        </p:txBody>
      </p:sp>
      <p:sp>
        <p:nvSpPr>
          <p:cNvPr id="27" name="Text 23"/>
          <p:cNvSpPr/>
          <p:nvPr/>
        </p:nvSpPr>
        <p:spPr>
          <a:xfrm>
            <a:off x="8229600" y="5943600"/>
            <a:ext cx="1005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− 0.0</a:t>
            </a:r>
            <a:endParaRPr lang="en-US" sz="1300" dirty="0"/>
          </a:p>
        </p:txBody>
      </p:sp>
      <p:sp>
        <p:nvSpPr>
          <p:cNvPr id="28" name="Text 24"/>
          <p:cNvSpPr/>
          <p:nvPr/>
        </p:nvSpPr>
        <p:spPr>
          <a:xfrm>
            <a:off x="9281160" y="5943600"/>
            <a:ext cx="2468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штрафы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457200"/>
            <a:ext cx="1463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ИТОГИ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сделано по техническому заданию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82880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94360" y="194767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Рекуррентная нейросеть (LSTM с переносом hidden state)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08192" y="182880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45352" y="194767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9476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65392" y="1828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обучающих данных из 3 Excel-файлов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42316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94360" y="254203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42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Противопожарные расстояния (матрица из таблицы)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108192" y="242316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45352" y="254203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45352" y="254203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56539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Дороги: правило 5 метров — строгая проверка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301752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94360" y="3136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914400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Дискретная сетка 1 × 1 м с визуализацией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108192" y="301752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45352" y="313639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45352" y="313639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565392" y="30175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Круги и прямоугольники как типы объектов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57200" y="361188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94360" y="373075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94360" y="3730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14400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качества: 3 штрафа и 3 бонуса с разбивкой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6108192" y="3611880"/>
            <a:ext cx="5486400" cy="45720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245352" y="3730752"/>
            <a:ext cx="219456" cy="219456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245352" y="37307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65392" y="361188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GUI: пользователь добавляет объекты и дороги сам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457200" y="5212080"/>
            <a:ext cx="11277295" cy="1325880"/>
          </a:xfrm>
          <a:prstGeom prst="rect">
            <a:avLst/>
          </a:prstGeom>
          <a:solidFill>
            <a:srgbClr val="020617"/>
          </a:solidFill>
          <a:ln w="12700">
            <a:solidFill>
              <a:srgbClr val="0EA5E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85800" y="53035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EA5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ЗАПУСК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85800" y="562356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85800" y="59436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 (по умолчанию)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4292498" y="562356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--mode train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292498" y="59436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 из консоли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99197" y="5623560"/>
            <a:ext cx="342381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AE6F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main.py --mode predict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7899197" y="5943600"/>
            <a:ext cx="342381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размещение по сохранённой модели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424160" y="457200"/>
            <a:ext cx="1280160" cy="320040"/>
          </a:xfrm>
          <a:prstGeom prst="rect">
            <a:avLst/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424160" y="45720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BAE6F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Артём Титов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Object Placer — прогресс</dc:title>
  <dc:subject>PptxGenJS Presentation</dc:subject>
  <dc:creator>Артём Титов</dc:creator>
  <cp:lastModifiedBy>Артём Титов</cp:lastModifiedBy>
  <cp:revision>1</cp:revision>
  <dcterms:created xsi:type="dcterms:W3CDTF">2026-05-15T21:28:55Z</dcterms:created>
  <dcterms:modified xsi:type="dcterms:W3CDTF">2026-05-15T21:28:55Z</dcterms:modified>
</cp:coreProperties>
</file>