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-120" y="-7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665B3-9D18-4A16-9FF2-7C9004733496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26101-B9F7-4E37-B04C-4E794DE588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97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ПРОЕКТА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53370" y="23884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Рекуррентная нейросеть для распределения объектов на плоскости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566928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44168" y="4297680"/>
            <a:ext cx="8686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4168" y="42976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50008" y="4297680"/>
            <a:ext cx="1271016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4297680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4584" y="5669280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806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5031" y="5806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ИИ-решений в индустрии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и что нужно было сделать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архиве уже было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97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LSTM-модель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PlacementRNN на PyTorch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502152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10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Excel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таблицы: характеристики, расстояния, тех. связи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215384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239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placer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398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коллизии, дистанция до дороги, противопожарка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928616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371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GUI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5111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размер поля и расстояние до дороги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55504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824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828800"/>
            <a:ext cx="5486400" cy="4572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Требовалось по ТЗ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83680" y="275234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качества со штрафами и бонусами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334670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346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3291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1300" dirty="0" err="1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искретная</a:t>
            </a:r>
            <a:r>
              <a:rPr lang="en-US" sz="1300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394106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941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3886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в 5 м </a:t>
            </a:r>
            <a:r>
              <a:rPr lang="en-US" sz="13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</a:t>
            </a:r>
            <a:r>
              <a:rPr lang="ru-RU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453542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535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в виде </a:t>
            </a:r>
            <a:r>
              <a:rPr lang="en-US" sz="1300" dirty="0" err="1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</a:t>
            </a:r>
            <a:r>
              <a:rPr lang="en-US" sz="1300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прямоугольников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83680" y="512978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5129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пользователь сам добавляет объекты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03720" y="5669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14884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Excel-файла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 · расстояния · тех. связи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15184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2286000"/>
            <a:ext cx="214884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категорий, тензоры PyTorch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928616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4064" y="2286000"/>
            <a:ext cx="214884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ObjectPlacer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93792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сетка, дороги, проверки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242048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97496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7496" y="2286000"/>
            <a:ext cx="214884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07224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PlacementRNN (LSTM)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07224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hidden-state передаётся между шагами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555480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10928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10928" y="2286000"/>
            <a:ext cx="214884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0656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 + метрика → лучшая позиция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95848" y="3886200"/>
            <a:ext cx="0" cy="73152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" y="4709160"/>
            <a:ext cx="11277295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846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77240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вкладки: Объекты · Дороги · Параметры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36544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3704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Treeview-таблицы с CRUD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5848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3008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метрик: красное / зелёное / итог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55151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92311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 + лог + обучение в потоке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</a:t>
            </a: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баги</a:t>
            </a:r>
            <a:r>
              <a:rPr lang="ru-RU" sz="3000" b="1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были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29968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Перепутаны оси X и 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Circle((y, x), ...)  ← рисуется не там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Circle((x, y), ...)  ← совпадает с placer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1828800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029968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0299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51192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Неверный индекс объекта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91072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91072" y="2761488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get_object_shape(i) — берёт номер слота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91072" y="3474720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placed_objects[i] — берёт реальный объект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59352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160520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60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020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не была рекуррентной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892040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892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state отбрасывался после шага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330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5605272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6052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передаётся через цикл размещения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08192" y="3959352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91072" y="4160520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4160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51192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игнорировала Config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91072" y="4617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91072" y="4892040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892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магические числа (20, 50, 5, 200)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91072" y="5330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91072" y="5605272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6052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константы PENALTY_* / BONUS_* из Config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ещё фикс: многострочный f-string в визуализации (требовал Python 3.12) — переписан под Python 3.10+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 и бонусы с разбивкой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864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9144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58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PENALTY_ROAD_VIOLATION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ближе 5 м к дороге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4864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9144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Пож. безопасность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PENALTY_FIRE_SAFETY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127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меньше норматива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54864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9144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Коллизии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PENALTY_COLLISION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пересечение объектов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194560"/>
            <a:ext cx="548640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19456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258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Близость к дороге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BONUS_ROAD_PROXIMITY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64040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в идеальной полосе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063240"/>
            <a:ext cx="548640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06324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Компактность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BONUS_COMPACTNESS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64040" y="3127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близок к минимуму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931920"/>
            <a:ext cx="548640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93192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Тех. связи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9224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BONUS_TECH_LINK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64040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объекты рядом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МЕТРИКА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+ bonus_road + bonus_compact + bonus_tech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− penalty_road − penalty_fire − penalty_collision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 и правило 5 метров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97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AREA_SIZE × AREA_SIZE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100 × 100 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50215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410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GRID_RESOLUTION = 1 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клетка = 1 квадратный метр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215384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123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Тензор PyTorch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398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grid[y, x] хранит состояние клетки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928616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8371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/ 0 / idx+1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5111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 / свободно / занято объектом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5486400" cy="4572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5 метров от дороги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3796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520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3502152"/>
            <a:ext cx="4937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57530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(d_road − obj_half) &lt; MIN_DIST_TO_ROAD: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  # объект слишком близко к дороге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Скрытое состояние LSTM передаётся между шагами размещения — сеть «помнит» уже расставленные объекты.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521208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7180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placement_order: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 = get_features(step)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на каждом шаге — заново,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hidden НЕ сохраняется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pred, _ = model(features)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Сеть забывает контекст предыдущих шагов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286000"/>
            <a:ext cx="548640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286000"/>
            <a:ext cx="5486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521208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7180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= None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placement_order: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 = get_features(step)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hidden передаётся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из шага в шаг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pred, hidden = model(features, hidden)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Решения учитывают всю историю размещения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Удобный</a:t>
            </a: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smtClean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09728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Treeview со списком, форма «круг / прямоугольник» + L, W, 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➕ Добавить    ✎ Применить    ✖ Удалить    ↺ Из Excel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7315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83280"/>
            <a:ext cx="109728" cy="1417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547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горизонтальных и вертикальных дорог.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➕ Добавить    ✖ Удалить    (h = по Y, v = по X)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7315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937760"/>
            <a:ext cx="10972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440680"/>
            <a:ext cx="38404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51023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325880" y="54864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поля, ширина дороги, дистанция 5 м, шаг сетки.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58521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Все 6 штрафов и бонусов — настраиваемые поля.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92440" y="1828800"/>
            <a:ext cx="3657600" cy="4526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к вкладкам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75320" y="249631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метрик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9640" y="2660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красные штрафы, зелёные бонусы, синий итог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75320" y="313639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выполнения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3300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ИИ делает на каждом шаге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75320" y="377647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3685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49640" y="3941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 ход обучения и размещения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75320" y="441655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4325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обучения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49640" y="4581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не зависает во время train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75320" y="505663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4965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Чек-бокс сетки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49640" y="5221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скрывать дискретную сетку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75320" y="569671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5605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49640" y="5861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обучена / не обучена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 на демо-запуске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 размещено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+305.4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метрика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 обучения</a:t>
            </a:r>
            <a:endParaRPr lang="en-US" sz="1100" dirty="0"/>
          </a:p>
        </p:txBody>
      </p:sp>
      <p:pic>
        <p:nvPicPr>
          <p:cNvPr id="15" name="Image 0" descr="placement_resul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0" y="1828800"/>
            <a:ext cx="3657600" cy="3657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9768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placement_result.png — итоговая раскладка</a:t>
            </a:r>
            <a:endParaRPr lang="en-US" sz="1000" dirty="0"/>
          </a:p>
        </p:txBody>
      </p:sp>
      <p:pic>
        <p:nvPicPr>
          <p:cNvPr id="17" name="Image 1" descr="training_histo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0" y="1828800"/>
            <a:ext cx="3657600" cy="2286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24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training_history.png — кривая обучения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92440" y="45720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0" y="4663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собралась метрика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29600" y="4983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+ 75.0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281160" y="4983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близость к дороге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229600" y="5303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+140.0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281160" y="5303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компактность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29600" y="5623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+ 90.4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28116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технологические связи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29600" y="5943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− 0.0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9281160" y="5943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 по техническому заданию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4767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Рекуррентная нейросеть (LSTM с переносом hidden state)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82880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94767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65392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обучающих данных из 3 Excel-файлов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4203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42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Противопожарные расстояния (матрица из таблицы)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8192" y="242316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254203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542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6539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Дороги: правило 5 метров — строгая проверка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36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 1 × 1 м с визуализацией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8192" y="301752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136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Круги и прямоугольники как типы объектов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73075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30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качества: 3 штрафа и 3 бонуса с разбивкой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08192" y="361188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373075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3730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пользователь добавляет объекты и дороги сам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11277295" cy="1325880"/>
          </a:xfrm>
          <a:prstGeom prst="rect">
            <a:avLst/>
          </a:prstGeom>
          <a:solidFill>
            <a:srgbClr val="02061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03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562356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59436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(по умолчанию)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92498" y="562356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--mode train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92498" y="59436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из консоли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99197" y="562356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--mode predict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99197" y="59436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по сохранённой модели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813</Words>
  <Application>Microsoft Office PowerPoint</Application>
  <PresentationFormat>Произвольный</PresentationFormat>
  <Paragraphs>226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Object Placer — прогресс</dc:title>
  <dc:subject>PptxGenJS Presentation</dc:subject>
  <dc:creator>Артём Титов</dc:creator>
  <cp:lastModifiedBy>Артем Титов</cp:lastModifiedBy>
  <cp:revision>4</cp:revision>
  <dcterms:created xsi:type="dcterms:W3CDTF">2026-05-15T21:28:55Z</dcterms:created>
  <dcterms:modified xsi:type="dcterms:W3CDTF">2026-05-16T05:35:16Z</dcterms:modified>
</cp:coreProperties>
</file>